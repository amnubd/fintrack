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FinTrack is a desktop application that helps users track, store and analyse their personal finances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point: money is spread across banks, cards and wallets, and manual bookkeeping is slow and error-prone. Then introduce the three operational boundaries: input, storage,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input, storage and output. Mention that these map one-to-one with the three core operational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holds data and business logic, View is the GUI, Controller connects them. Views never touch the database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class briefly. Highlight that StorageEngine is abstract, so SQLite and CSV implementations can be swapped without changing other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and hardware needs are modest, so the system runs on any ordinary student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benefits, then suggest realistic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822960" cy="640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FinTrack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Personal Financial Management Infrastructure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FinTech / Application Engineering  |  Architecture: MVC / Object-Oriented Design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Ubaid Said  •  Abin V  •  Muhammed Junaid P K  •  Shahana Sharin KM  •  Viswanth 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FinTrack | Personal Financial Management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is fragmented across multiple bank accounts, credit channels and digital wallets, and manual bookkeeping is inefficient and error-prone.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2560320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057400"/>
            <a:ext cx="64008" cy="219456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167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Ingestion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multi-faceted user input directly to replace inefficient bookkeeping.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91840" y="2057400"/>
            <a:ext cx="2560320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2057400"/>
            <a:ext cx="64008" cy="21945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2167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Persistence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5603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volatile run-time logs permanently to a local database or structured files to prevent data loss.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2057400"/>
            <a:ext cx="2560320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2057400"/>
            <a:ext cx="64008" cy="219456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2167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Computational Output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5603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active records with stored history to show real-time financial health summaries.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Functionalities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FinTrack | Personal Financial Management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2560320" cy="3108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64008" cy="310896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forms for: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Multi-category expenses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 line items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 monthly budget limits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milestone goals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3108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188720"/>
            <a:ext cx="64008" cy="31089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record tracking in: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/ MySQL databases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flat files (.dat / .csv)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records kept securely.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1188720"/>
            <a:ext cx="2560320" cy="3108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188720"/>
            <a:ext cx="64008" cy="310896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calculation of: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velocity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category run-rates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forecasts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budget compliance bars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MVC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FinTrack | Personal Financial Management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377440" cy="13716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105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screens: dashboard, forms, tables, charts, budget bars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377440" cy="137160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8105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calls services, returns results to the view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126480" y="1280160"/>
            <a:ext cx="2377440" cy="13716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Services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18105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Transaction, BudgetManager, AnalyticsProcessor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063240"/>
            <a:ext cx="8046720" cy="9144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063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StorageEngine layer  →  SQLite / MySQL database  or  .csv / .dat flat files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Class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FinTrack | Personal Financial Management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2560320" cy="1463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64008" cy="14630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global budget metrics, high-level targets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560320" cy="1463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1188720"/>
            <a:ext cx="64008" cy="14630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timestamp, category, amount, payment mode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1188720"/>
            <a:ext cx="64008" cy="14630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BudgetManager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rates, threshold checks, category non-compliance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2834640"/>
            <a:ext cx="2560320" cy="1463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2834640"/>
            <a:ext cx="64008" cy="14630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StorageEngine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layer for file I/O and SQL CRUD persistence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337560" y="2834640"/>
            <a:ext cx="2560320" cy="1463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37560" y="2834640"/>
            <a:ext cx="64008" cy="14630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6616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AnalyticsProcessor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and forecasting over historical data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FinTrack | Personal Financial Management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88620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64008" cy="32004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2984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OS: Windows 10/11, macOS or Linux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Language: Python 3.9+ / Java JDK 17+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Database: SQLite / MySQL Server 8.0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Interface: Tkinter / JavaFX / Web frameworks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388620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188720"/>
            <a:ext cx="64008" cy="320040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12984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169164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Processor: Intel Core i3 / AMD Ryzen 3 or higher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RAM: minimum 4 GB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500 MB free disk space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Display: 1024x768 resolution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FinTrack | Personal Financial Management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88620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64008" cy="320040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2984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consolidated view of all spending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Permanent, secure transaction history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warnings on budget overruns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Forecasts to support better decisions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388620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188720"/>
            <a:ext cx="64008" cy="32004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12984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169164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/ UPI statement import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or web 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AI-based spending insights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Multi-user login and cloud sync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FinTrack Seminar</dc:title>
  <dc:subject>PptxGenJS Presentation</dc:subject>
  <dc:creator>PptxGenJS</dc:creator>
  <cp:lastModifiedBy>PptxGenJS</cp:lastModifiedBy>
  <cp:revision>1</cp:revision>
  <dcterms:created xsi:type="dcterms:W3CDTF">2026-10-26T11:58:51Z</dcterms:created>
  <dcterms:modified xsi:type="dcterms:W3CDTF">2026-10-26T11:58:51Z</dcterms:modified>
</cp:coreProperties>
</file>